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6C4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RDMU · MAIB DSC 103 · TOPIC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Energy Grid Optimizer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under uncertainty: balancing renewables, fossil generation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storage with constraint programming and reinforcement learning.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146304" cy="146304"/>
          </a:xfrm>
          <a:prstGeom prst="ellipse">
            <a:avLst/>
          </a:prstGeom>
          <a:solidFill>
            <a:srgbClr val="F6C44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4439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4526280"/>
            <a:ext cx="146304" cy="146304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9" name="Text 7"/>
          <p:cNvSpPr/>
          <p:nvPr/>
        </p:nvSpPr>
        <p:spPr>
          <a:xfrm>
            <a:off x="2212848" y="44439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4526280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44439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4526280"/>
            <a:ext cx="146304" cy="14630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5138928" y="44439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REQUIREMENT UNDERSTANDING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9968"/>
            <a:ext cx="146304" cy="146304"/>
          </a:xfrm>
          <a:prstGeom prst="ellipse">
            <a:avLst/>
          </a:prstGeom>
          <a:solidFill>
            <a:srgbClr val="F6C44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demand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smart-city grid must serve a fluctuating daily load every hour without blackouts.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029968"/>
            <a:ext cx="146304" cy="146304"/>
          </a:xfrm>
          <a:prstGeom prst="ellipse">
            <a:avLst/>
          </a:prstGeom>
          <a:solidFill>
            <a:srgbClr val="F6C445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uncertainty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renewable output are stochastic and only known through noisy forecasts.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858768"/>
            <a:ext cx="146304" cy="146304"/>
          </a:xfrm>
          <a:prstGeom prst="ellipse">
            <a:avLst/>
          </a:prstGeom>
          <a:solidFill>
            <a:srgbClr val="F6C4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767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constraints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capacities, battery limits and a daily CO₂ cap must never be violated.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5661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858768"/>
            <a:ext cx="146304" cy="146304"/>
          </a:xfrm>
          <a:prstGeom prst="ellipse">
            <a:avLst/>
          </a:prstGeom>
          <a:solidFill>
            <a:srgbClr val="F6C445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767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 trade-offs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4251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cost and emissions while keeping the grid reliable — a multicriteria goal.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KEY RDMU CONCEPTS APPLIED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course concepts — genuinely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F6C4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37944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Markov Decision Process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37760" y="1810512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is modelled as state → action → reward: state = forecasts, battery charge, time, remaining carbon budget.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26664"/>
            <a:ext cx="457200" cy="457200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Decision Making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288950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couples hours together — charging now changes what is optimal later across the 24-hour horizon.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05656"/>
            <a:ext cx="457200" cy="45720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9959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for Estimation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7760" y="3968496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sees the truth: it acts on noisy forecasts of demand and renewable availability.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184648"/>
            <a:ext cx="457200" cy="457200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074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Multicriteria Decision Making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37760" y="504748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emissions and reliability are competing objectives, resolved as a Pareto trade-off.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Utility Theory — the reward function is a utility over the weighted objective.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APPLICATION FLOW CHART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decision is made each hour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606040"/>
            <a:ext cx="146304" cy="146304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 forecast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· solar · wind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0" y="2377440"/>
            <a:ext cx="274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34640" y="23774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606040"/>
            <a:ext cx="146304" cy="146304"/>
          </a:xfrm>
          <a:prstGeom prst="ellipse">
            <a:avLst/>
          </a:prstGeom>
          <a:solidFill>
            <a:srgbClr val="F6C445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MDP state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3375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battery, time, CO₂ left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274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20640" y="23774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2606040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33375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solver  /  SAC agent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0" y="2377440"/>
            <a:ext cx="274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06640" y="23774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606040"/>
            <a:ext cx="146304" cy="14630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33375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feasibility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18320" y="2377440"/>
            <a:ext cx="274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92640" y="23774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21240" y="2606040"/>
            <a:ext cx="146304" cy="146304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2880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dispatch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0" y="33375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battery &amp; emissions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for all 24 hours of the simulated day; the projection step guarantees every decision is physically feasible.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PREREQUISITES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takes to 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146304" cy="146304"/>
          </a:xfrm>
          <a:prstGeom prst="ellipse">
            <a:avLst/>
          </a:prstGeom>
          <a:solidFill>
            <a:srgbClr val="F6C445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9019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0" y="19019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· runs on CPU, no GPU required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72968"/>
            <a:ext cx="146304" cy="146304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libraries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cvxpy (LP) · stable-baselines3 (SAC) · gymnasium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19709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9502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39502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 dashboard; Colab notebook for reproduction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221224"/>
            <a:ext cx="146304" cy="14630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97433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497433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SAC checkpoint ships in the repo for instant demo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DESCRIPTION OF DATA USED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calibrated synthetic grid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synthetic?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controllable simulator lets us inject known uncertainty and test policies under disruptions a fixed dataset could not provide.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C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Double-peak daily curve, 80–162 MW, with Gaussian noise (the uncertainty)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930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34930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 bell shaped by daylight, scaled by renewable-penetration slider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256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44256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availability across the day, partly anti-correlated with solar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6694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35838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535838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($/MWh) and emission (tCO₂/MWh) factors per generator type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dispatch control room</a:t>
            </a:r>
            <a:endParaRPr lang="en-US" sz="3400" dirty="0"/>
          </a:p>
        </p:txBody>
      </p:sp>
      <p:pic>
        <p:nvPicPr>
          <p:cNvPr id="4" name="Image 0" descr="assets/fig_dis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645920"/>
            <a:ext cx="3108960" cy="3931920"/>
          </a:xfrm>
          <a:prstGeom prst="roundRect">
            <a:avLst>
              <a:gd name="adj" fmla="val 2353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325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32520" y="2286000"/>
            <a:ext cx="2697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peaks at midday; wind carries mornings and evenings.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fills the residual gap; coal only when forced.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demand. Stack meets it every hour: no blackouts.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re-run the grid live: penetration, variability, carbon price.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TWO DECISION ENGINES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solver vs. learned policy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B — Constraint solver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program solved each hour (cvxpy).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optimal for the modelled problem.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fails — the reliable baseline.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Embodies Constraint Programming + Multicriteria.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A — SAC + projection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56032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Actor-Critic learns a dispatch policy.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Entropy-driven exploration vs. exploitation.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projection layer forces every action feasible.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"Safe RL" — adapts to dynamics the LP cannot model.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LP is the optimal benchmark; the agent trades a little optimality for adaptability — and the projection keeps it safe.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SENSITIVITY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cost–emissions trade-off</a:t>
            </a:r>
            <a:endParaRPr lang="en-US" sz="3400" dirty="0"/>
          </a:p>
        </p:txBody>
      </p:sp>
      <p:pic>
        <p:nvPicPr>
          <p:cNvPr id="4" name="Image 0" descr="assets/fig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645920"/>
            <a:ext cx="3108960" cy="3931920"/>
          </a:xfrm>
          <a:prstGeom prst="roundRect">
            <a:avLst>
              <a:gd name="adj" fmla="val 2353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325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Multicriteria 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32520" y="2286000"/>
            <a:ext cx="2697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a different carbon price ($/tCO₂).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the price cuts emissions sharply at first…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flattens — the renewable/storage limit binds.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frontier is the heart of the decision under uncertainty.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6C4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OUTCOMES &amp;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module delivers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C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share at base settings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MWh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demand — full reliability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cut as carbon price rises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71B26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9828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horizon optimised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stochastic grid simulator · LP + SAC engines · interactive Streamlit dashboard · Pareto sensitivity · reproducible Colab notebook.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demonstrated: Markov Decision Process · Sequential Decision Making · Methods for Estimation · Multicriteria Decision Making (+ Utility Theory).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Grid Optimizer</dc:title>
  <dc:subject>PptxGenJS Presentation</dc:subject>
  <dc:creator>RDMU Topic 5</dc:creator>
  <cp:lastModifiedBy>RDMU Topic 5</cp:lastModifiedBy>
  <cp:revision>1</cp:revision>
  <dcterms:created xsi:type="dcterms:W3CDTF">2026-06-10T10:04:48Z</dcterms:created>
  <dcterms:modified xsi:type="dcterms:W3CDTF">2026-06-10T10:04:48Z</dcterms:modified>
</cp:coreProperties>
</file>